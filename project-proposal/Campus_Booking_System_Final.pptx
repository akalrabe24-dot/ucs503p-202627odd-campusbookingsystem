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62560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_clean_modern_presentation_title_slide_cover_i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_styl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3_styl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4_styl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5_styl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_clean_minimal_presentation_slide_graphic_des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